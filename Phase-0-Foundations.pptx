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this phase's slide deck. Speaker: use the accompanying Markdown notes for full teaching content — this deck is intentionally condensed for projection.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Do not proceed until students have started the hands-on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09728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(ELK) STACK ENGINEERING TRAINING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0 — Foundations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Node Roles &amp; Three Provisioning Methods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Stack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= distributed search/analytics engine (inverted index = fast lookup, not scanning)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= UI layer only — stores nothing itself, reads/writes into Elasticsearch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 = heavyweight input → filter → output pipeline for complex transforms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= lightweight single-purpose shippers; Elastic Agent/Fleet = modern, centrally managed replacement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4 hrs  •  Phase: Phase 0 —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Stack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restaurant kitchen: Beats/Agent are servers taking orders (lightweight, single job). Logstash is the prep station (chop, season, combine). Elasticsearch is the walk-in fridge, organized so precisely anything is found instantly. Kibana is the pass window — where everyone sees what's ready.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Filebeat (tails access.log)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-&gt; Elasticsearch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(indexed into 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data stream)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-&gt; Kibana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(Discover shows 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within seconds)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_cluster/health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_cat/indices?v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the Architecture Diagram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full data flow: source -&gt; shipper/agent -&gt; (optional Logstash) -&gt; Elasticsearch -&gt; Kibana. Label every component. This becomes your reference diagram for the rest of the program.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Roles &amp; Cluster Topology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Master-eligible nodes manage cluster state — use an ODD number to avoid split-brain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nodes (hot/warm/cold/frozen) store &amp; serve documents — tiered by access frequency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/ ML / Transform nodes run specialized workloads; coordinating-only = smart load balancer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splits into shards (primary + replicas) spread across nodes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5 hrs  •  Phase: Phase 0 —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Roles &amp; Cluster Topology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hospital: master-eligible nodes are senior administrators (odd number, no tie votes). Data nodes are doctors/nurses, tiered like departments — ER (hot) down to archive (cold/frozen). A coordinating-only node is the reception desk: routes you, treats nobody.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_cat/health?v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_cat/nodes?v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_nodes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my-index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"settings":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"number_of_shards": 3,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"number_of_replicas":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Roles &amp; Topology Lab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single-node cluster. Run _cat/nodes, _cat/health, _nodes. Create an index with 3 shards/1 replica and explain the unassigned replicas via _cat/shards.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Provisioning: Elastic Cloud Hosted (ECH)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Elastic's managed SaaS — pick provider/region + hardware profile, Elastic runs the rest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backups, monitoring, and upgrades are handled automatically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Cloud ID + a scoped API key — never the elastic superuser in automation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teams with no dedicated infrastructure function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3 hrs  •  Phase: Phase 0 —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Provisioning: Elastic Cloud Hosted (ECH)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a fully-serviced apartment: the landlord handles plumbing, security, and maintenance. You choose the floor plan and furniture (data) — you never touch the boiler.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elasticsearch import Elasticsearch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= Elasticsearch(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cloud_id="deployment:xxxx==",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api_key="base64-key"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print(es.info())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 via ECH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trial deployment, configure topology, connect via Cloud ID + API key, and resize live to observe zero-downtime scaling. Write up what Elastic managed for you automatically.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Provisioning: Elastic Cloud on Kubernetes (ECK)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ECK is a Kubernetes operator watching Elasticsearch/Kibana Custom Resources (CRDs)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desired state in YAML — the operator reconciles reality to match it continuously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pod/Service edits get silently reverted — always edit the CR instead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platform teams already standardized on Kubernetes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6 hrs  •  Phase: Phase 0 —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Provisioning: Elastic Cloud on Kubernetes (ECK)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thermostat, not a furnace. You set a target temperature (YAML manifest) and the operator continuously works to match reality to it — even after failures — rather than you manually adjusting the furnace every time.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elasticsearch.k8s.elastic.co/v1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Elasticsearch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training-cluster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version: 9.3.0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nodeSets: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default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count: 3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 via ECK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kind/minikube, install the ECK operator, apply Elasticsearch + Kibana CRs, scale by editing count, and inspect the auto-generated TLS/credentials secrets.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Provisioning: Docker / Docker Compose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way to a realistic multi-node cluster on one laptop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automated beyond container orchestration — YOU configure discovery + TLS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enable xpack.security.enabled, even locally — build the habit now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named volumes or docker compose down silently deletes all your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4 hrs  •  Phase: Phase 0 —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Provisioning: Docker / Docker Compose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furnished apartment you assemble yourself from a flat-pack kit: all parts are provided, but you're bolting them together — and you're responsible for the fireproofing (security) a landlord would otherwise handle.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es01: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.../elasticsearch:9.3.0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discovery.seed_hosts=es02,es03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xpack.security.enabled=true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es01-data:/usr/share/.../data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 via Docker Compose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3-node docker-compose.yml with security enabled and generated TLS certs. Bring it up, verify health, connect Kibana, then tear down/rebuild and confirm data persisted via named volumes.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 Trade-Off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9050">
            <a:solidFill>
              <a:srgbClr val="E2E8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mechanics — this is where judgment gets built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who manages upgrades/backups? What's the cost model? When would a real org pick this?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ECH/ECK convenience is something Phase 4's on-prem capstone requires doing by hand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genuinely interview-ready material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2 hrs  •  Phase: Phase 0 —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45720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Provisioning Trade-Off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76200" dist="25400" dir="5400000">
              <a:srgbClr val="808080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how to drive three different cars vs. knowing which one to rent for a cross-country move, a daily commute, or a track day. The mechanical skill is necessary but not sufficient — judgment about fit is the real value.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417320"/>
            <a:ext cx="5669280" cy="4709160"/>
          </a:xfrm>
          <a:prstGeom prst="roundRect">
            <a:avLst>
              <a:gd name="adj" fmla="val 1553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F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965960"/>
            <a:ext cx="52120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 | ECH | ECK | Docker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----------|-----|-----|-------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Upgrades  | Elastic | You (assisted) | You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Backups   | Auto | You config | You config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fit  | No infra team | K8s-native teams | Local/dev/CI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00400" cy="3200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21295C">
              <a:alpha val="5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200" kern="0" dirty="0">
                <a:solidFill>
                  <a:srgbClr val="CFE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HANDS-ON — DO THIS NOW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Comparison Document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8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1-2 page comparison covering who manages what, cost model, and real-world fit for each of ECH, ECK, and Docker — and what each hides that Phase 4 will require doing manually.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is in the Markdown notes for this unit.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2026-09-05T22:36:50Z</dcterms:created>
  <dcterms:modified xsi:type="dcterms:W3CDTF">2026-09-05T22:36:50Z</dcterms:modified>
</cp:coreProperties>
</file>