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this phase's slide deck. Speaker: use the accompanying Markdown notes for full teaching content — this deck is intentionally condensed for projection.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09728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(ELK) STACK ENGINEERING TRAINING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Capstone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On-Prem Production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Self-Managed On-Prem Deployment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ECH/ECK convenience gets removed — TLS, backups, upgrades, all manual now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VMs (local or EC2) with correct firewall/security-group rules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Hand-generate and distribute TLS certs BEFORE any node starts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includes a full written production runbook — not just a running cluster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22 hrs  •  Phase: Phase 4 — Capstone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Self-Managed On-Prem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0-2 taught you increasingly automated cars (manual -&gt; automatic -&gt; self-parking). This capstone hands you the keys with none of it — same destination, entirely different amount of manual work.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./elasticsearch-certutil ca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.../elastic-ca.p12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./elasticsearch-certutil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cert --ca .../elastic-ca.p12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.../elastic-certs.p12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copy to EVERY node first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Full Capstone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provision, secure, ingest into, back up, and monitor a self-managed cluster on VMs, ending with a written production runbook. Optional: connect it back via CCS/CCR to your Phase 0 ECH cluster.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2026-09-05T22:39:29Z</dcterms:created>
  <dcterms:modified xsi:type="dcterms:W3CDTF">2026-09-05T22:39:29Z</dcterms:modified>
</cp:coreProperties>
</file>