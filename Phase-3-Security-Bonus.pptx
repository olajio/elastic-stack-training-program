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this phase's slide deck. Speaker: use the accompanying Markdown notes for full teaching content — this deck is intentionally condensed for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09728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(ELK) STACK ENGINEERING TRAINING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Security/SIEM Bonus Track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Specialization: Detection Engineering &amp; Threat Intelligence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Engineering Fundamentals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encode specific malicious/anomalous patterns as queries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 sequences catch ordered multi-step behavior ('A then B within 5 min')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Elastic's public detection-rules repo is real, production-grade reference material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lists suppress known-good false positives — tuning is half the job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3 — Security/SIEM Bonus Track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Engineering Fundamentals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security screener's specific mental checklist, not vague suspicion. Exception lists are the legitimate reasons that would otherwise look suspicious.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by host.id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maxspan=5m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[process where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process.name==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"powershell.exe"]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[network where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destination.port==4444]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Detection Rule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public detection rules, write one original EQL detection against your own data, and tune it with an exception list.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SIEM Dashboards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dashboards are generic triage boards — useful but not team-specific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dashboard surfaces exactly what one team needs to act 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turn an alert into a tracked investigation with owner + status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without case management disappear into a list nobody follows up 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5 hrs  •  Phase: Phase 3 — Security/SIEM Bonus Track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SIEM Dashboards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dashboard is a hospital's general triage board. A custom one is a specialty ward's own board. A case is the patient's chart — where the investigation's outcome actually gets recorded.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Alert triggers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"Create case"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Attach host/user context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Assign owner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Status: open 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investigating -&gt; closed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SIEM Dashboard + Case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SIEM dashboard surfacing your Project B1 detection's alerts, then create and document a mock case investigation.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Threat-Intel Enrichment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 = a real, live, actively-updated public feed of exploited CVEs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processor cross-references internal data against the feed automatically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'Theoretical vulnerability' vs. 'confirmed exploited in the wild' is a huge difference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must be refreshed AND the enrich policy re-executed on a schedule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7 hrs  •  Phase: Phase 3 — Security/SIEM Bonus Track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Threat-Intel Enrichment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weather alert distinguishing 'a storm is possible somewhere' from 'a storm is currently over your house' — that's the value threat-intel enrichment adds to a bare vulnerability alert.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_enrich/policy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/cve_kev_lookup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"match":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"indices": "cisa-kev",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"match_field": "cveID" }}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.../_execute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Threat-Intel Enrichment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the public CISA KEV feed, build an enrich pipeline tagging known-exploited CVEs, and surface matches on a dashboard panel.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2026-09-05T22:39:29Z</dcterms:created>
  <dcterms:modified xsi:type="dcterms:W3CDTF">2026-09-05T22:39:29Z</dcterms:modified>
</cp:coreProperties>
</file>