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this phase's slide deck. Speaker: use the accompanying Markdown notes for full teaching content — this deck is intentionally condensed for projection.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09728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029200"/>
            <a:ext cx="3200400" cy="3200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(ELK) STACK ENGINEERING TRAINING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Elastic Certified Engineer Deep-Dive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Certification-Grade Mastery, Including Cross-Cluster Search &amp; Replication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Analysis &amp; Text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 = tokenizer + token filters + optional char filters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analyzers tune search quality to your actual data (HTML stripping, synonyms)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Normalizers do the same job for keyword fields (exact-match consistency)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Multi-fields index one field multiple ways: text (search) + keyword (exact/agg)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8 hrs  •  Phase: Phase 2 — Elastic Certified Engineer Deep-Dive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Analysis &amp; Text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food processor with interchangeable blades: the tokenizer does the first chop, each filter is another blade pass. The wrong blade combination ruins the result even though the machine 'worked.'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/products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"settings": {"analysis":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"analyzer": {"custom_an":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"type":"custom",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"char_filter":["html_strip"],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"tokenizer":"standard",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"filter":["lowercase"]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}}}}}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Custom Analyzers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built-in analyzers via _analyze, build a custom analyzer + normalizer, define multi-fields, and build a dynamic template.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&amp; Object Relationships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object arrays get FLATTENED internally — losing per-element association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causes wrong cross-element matches that are easy to miss in testing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type stores each array element as a separate hidden document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inner_hits shows exactly which nested elements matched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5 hrs  •  Phase: Phase 2 — Elastic Certified Engineer Deep-Dive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&amp; Object Relationships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Flattened arrays are like taking apart 3 sandwiches and piling all bread together, all fillings together — you lose which bread went with which filling.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WRONG: matches turkey from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sandwich A + swiss from B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idx {"mappings":{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"properties":{"items":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{"type":"nested"}}}}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nested query fixes it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Reproduce &amp; Fix the Flattening Bug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the incorrect cross-element match with object arrays, then fix it with nested + inner_hits, and benchmark the overhead.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CRUD, Reindex &amp; Update By Query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By Query edits documents in place — no reindexing needed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Reindex API copies + can transform documents in-flight via a script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Reindex can pull from a REMOTE cluster — easy to overlook, exam-tested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bulk responses for partial failures, not just overall success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6 hrs  •  Phase: Phase 2 — Elastic Certified Engineer Deep-Dive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CRUD, Reindex &amp; Update By Query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By Query is 'find and replace' inside a document. Reindex is photocopying an entire filing cabinet into a new one, optionally rewriting each page's format as it copies.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logs/_update_by_query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"script":{"source":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"ctx._source.done=true"},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"query":{...}}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_reindex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"source":{"remote":{...}}}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CRUD, Reindex &amp; UBQ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full CRUD + bulk, use Update By Query for in-place edits, and Reindex with a script transform including a remote-cluster reindex.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Pipelines with Painless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run INSIDE Elasticsearch — no separate Logstash process needed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Painless script processors handle logic no built-in processor covers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processor joins against a lookup index — must be executed first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on_failure routes bad docs to a dead-letter index instead of dropping them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8 hrs  •  Phase: Phase 2 — Elastic Certified Engineer Deep-Dive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Pipelines with Painless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assembly line inside the warehouse itself. A Painless script is a custom jig for one unusual part. on_failure routing is the quality-control reject bin.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_ingest/pipeline/p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"processors":[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{"script":{"source":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"ctx.risk = ctx.bytes/1000"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{"enrich":{...}}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"on_failure":[...] }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Production Ingest Pipeline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5+ processor pipeline with a Painless script, an enrich lookup, and on_failure dead-letter routing — simulate before going live.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Query DSL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matching (fuzziness: AUTO) tolerates typos via edit distance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Highlighting wraps matched terms for UI display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from/size pagination degrades badly deep in — search_after is the fix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templates + async search: reusable queries + non-blocking long-running ones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7 hrs  •  Phase: Phase 2 — Elastic Certified Engineer Deep-Dive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Query DSL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from/size is a clerk re-counting every book from the front each time. search_after is a bookmark — constant speed at any depth. Async search is a librarian's claim ticket.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orders/_search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"size":20,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"sort":[{"@timestamp":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"asc"}],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"search_after":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["2026-09-01","id123"] }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Advanced Query DSL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fuzzy matching, highlighting, script sorting, search_after pagination, a search template, and an asynchronous search.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Aggregations Deep-Dive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aggs = one number (avg, sum, cardinality, percentiles)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aggs group documents (terms, date_histogram, range)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Sub-aggregations nest for true multi-dimensional analysis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aggs compute on OTHER aggregations' output (derivative, bucket_script)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8 hrs  •  Phase: Phase 2 — Elastic Certified Engineer Deep-Dive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Aggregations Deep-Dive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metric agg is a summary number. A bucket agg is a pivot table's row groupings. A pipeline agg is a calculated column referencing other cells in that same pivot table.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orders/_search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{"size":0,"aggs":{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"by_month":{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"date_histogram":{...},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"aggs":{"avg_val":{...},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"wow":{"derivative":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{"buckets_path":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"avg_val"}}}}}}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Multi-Level Report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metric, bucket, sub-aggregation, and pipeline aggregations into one real multi-dimensional report entirely in aggregations.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Fields &amp; Async Search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fields compute at QUERY time via Painless — no reindexing needed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at the mapping level (reusable) or query level (one-off exploration)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indexing cost for query-time cost — benchmark before committing either way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naturally with async search for expensive, exploratory queries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5 hrs  •  Phase: Phase 2 — Elastic Certified Engineer Deep-Dive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Fields &amp; Async Search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indexed field is a pre-calculated spreadsheet cell. A runtime field is a live formula — flexible and current, but recalculated every time the sheet opens.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orders/_mapping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"runtime":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"size_bucket":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"type":"keyword",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"script":"emit(doc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['total'].value&gt;100?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'large':'small')"}}}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Fields Benchmark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runtime field both ways, benchmark it against an indexed equivalent, and combine it with an asynchronous search.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Shard Allocation Diagnostics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_cluster/allocation/explain gives the exact reason a shard isn't allocated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watermark breaches halt allocation to protect nodes from filling up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filtering conflicts happen when no node satisfies a requirement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retry_failed:true is required after fixing the underlying cause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6 hrs  •  Phase: Phase 2 — Elastic Certified Engineer Deep-Dive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Shard Allocation Diagnostics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mechanic's diagnostic computer, not guessing by engine noise — plug it in and it names the exact fault code, rather than popping the hood and hoping to spot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_cluster/allocation/explain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"index":"my-index",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"shard":0,"primary":false 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_cluster/reroute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?retry_failed=true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&amp; Repair Cluster Health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cluster health 3 ways (unassigned replicas, disk watermark, allocation filter conflict) and diagnose + fix each using the standard triage sequence.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Hot/Warm via Node Attributes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mechanism BEHIND ILM's automated tiering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node.attr tags a node; index.routing.allocation.require pins shards to it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the requirement live relocates shards between tiers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awareness spreads replicas across zones for resilience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6 hrs  •  Phase: Phase 2 — Elastic Certified Engineer Deep-Dive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Hot/Warm via Node Attributes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stick shift before driving automatic (ILM). Once you've done it manually, you understand exactly why the automatic shifts when it does.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elasticsearch.yml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node.attr.box_type: hot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logs-09/_settings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{"index.routing.allocation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.require.box_type":"warm"}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Manual Hot/Warm Tiering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nodes with box_type, pin an index to hot, then manually age it to warm and watch live shard relocation. Configure allocation awareness by zone.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Cross-Cluster Search (CCS)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MULTIPLE independent clusters in one request — no data ever copied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Sniff mode discovers nodes dynamically; proxy mode routes through one address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Cross-cluster API keys = modern, granular security (vs. older cert-trust model)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skip_unavailable controls graceful degradation vs. hard failure on outage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7 hrs  •  Phase: Phase 2 — Elastic Certified Engineer Deep-Dive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Cross-Cluster Search (CCS)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video conference between separate offices, not a merger — nothing physically moves, but one meeting gathers input from everyone. skip_unavailable decides if the meeting proceeds without an office that didn't answer.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_cluster/settings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{"persistent":{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"cluster.remote.clusterB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.mode":"proxy", ... }}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local,clusterB:logs-*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/_search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Cross-Cluster Search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two clusters via both sniff and proxy mode, secure with a cross-cluster API key, run federated queries, and test skip_unavailable during an outage.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Cross-Cluster Replication (CCR)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COPIES and continuously syncs an index (unlike CCS's federation)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FOLLOWER registers the LEADER as its remote — easy to get backwards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Auto-follow patterns pick up new matching leader indices automatically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 active trial/paid subscription on self-managed clusters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7 hrs  •  Phase: Phase 2 — Elastic Certified Engineer Deep-Dive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Cross-Cluster Replication (CCR)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continuously-updated mirror site — a second building with an actual up-to-date copy of everything, ready to take over immediately if the first burns down.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/follower_idx/_ccr/follow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"remote_cluster":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"leader_cluster",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"leader_index": "orders" 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/follower_idx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/_ccr/unfollow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 CCR Failover Drill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leader/follower replication, measure lag, configure an auto-follow pattern, and run a full failover drill (unfollow to promote).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Searchable Snapshots &amp; Restore Mastery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searchable snapshot MOUNTS a snapshot as queryable — no full local copy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full_copy caches locally for speed; shared_cache minimizes local footprint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cost-efficient frozen tier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restoring a SUBSET of indices, and global state separately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6 hrs  •  Phase: Phase 2 — Elastic Certified Engineer Deep-Dive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Searchable Snapshots &amp; Restore Mastery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traditional restore is buying your own copy of every library book. A searchable snapshot is a library card with a good reading room (full_copy) or a bare-bones one (shared_cache) — same access, far lower cost.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_snapshot/repo/snap_1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/_mount?wait_for_completion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=true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"index": "logs-2025.01",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"renamed_index":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"logs-2025.01-frozen" }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Searchable Snapshots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a snapshot as searchable (both storage modes), compare to a traditional restore, and restore both a subset of indices and global cluster state.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2026-09-05T22:39:07Z</dcterms:created>
  <dcterms:modified xsi:type="dcterms:W3CDTF">2026-09-05T22:39:07Z</dcterms:modified>
</cp:coreProperties>
</file>