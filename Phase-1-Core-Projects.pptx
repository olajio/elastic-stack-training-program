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this phase's slide deck. Speaker: use the accompanying Markdown notes for full teaching content — this deck is intentionally condensed for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09728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(ELK) STACK ENGINEERING TRAINING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Core Standard Projects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Modeling, Security, Alerting, Observability, DR &amp; IaC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with Beats (Filebeat)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tails files, tracks read position via a registry — no dupes/loss on restart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= pre-built config + ingest pipeline for common formats (Apache, Nginx, MySQL...)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scoped API key in output.elasticsearch, never the elastic superuser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don't cover everything — custom apps need a custom input + pipeline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5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with Beats (Filebeat)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mail carrier with one narrow job: pick up letters from one mailbox, deliver in order, remember exactly where it left off. Modules are a pre-printed envelope template for a specific mail type.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filebeat.modules: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module: apache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enabled: true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output.elasticsearch: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["https://localhost:9200"]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api_key: "id:key"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filebeat modules enable apache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filebeat setup &amp;&amp; filebeat run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Web Logs with Filebeat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NASA-HTTP dataset or flog. Enable the Apache module, configure a scoped API key output, and compare module auto-parsing vs. a hand-built pipeline.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with Logstash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pipeline: input -&gt; filter -&gt; output, runs as its own process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parses text, date normalizes timestamps, geoip enriches IPs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unicode null bytes before they break indexing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dot-expander fixes flat dotted-field mapping conflicts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with Logstash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sorting facility after the mail carrier: mail gets stamped, corrected, and tagged by region before final delivery — slower than the carrier, but far more capable.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grok { match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"message"=&gt;"%{COMBINEDAPACHELOG}" }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 { match =&gt; [...]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geoip { source =&gt; "clientip"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 { gsub =&gt; ["message",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"\u0000",""]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Logstash Pipeline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input/filter/output. Deliberately trigger and fix a null-byte rejection, a date parse failure, and a dotted-field conflict via dot-expander.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Agent &amp; Fleet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centrally managed via Fleet — replaces running many separate Beats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= pre-built collection + parsing + dashboards, assigned via policy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config edits get overwritten on next policy sync — Fleet UI is the source of truth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sources still need a custom input + pipeline in Advanced settings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Agent &amp; Fleet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is a company intranet policy page: update it once, every enrolled employee's dashboard reflects it immediately, with a central log of compliance — vs. visiting every desk individually.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./elastic-agent install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--url=https://fleet-server:8220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--enrollment-token=&lt;token&gt;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config now lives in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Fleet UI's agent policy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via Elastic Agent &amp; Fleet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Fleet Server, enroll an agent, assign System + Apache integrations, and add one custom input with a custom pipeline.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Mappings, Templates &amp; Data Streams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mapping guesses types from the first document — often subtly wrong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templates define correct mappings BEFORE data arrives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templates = reusable mapping blocks composed into index templates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 manage rollover automatically behind one stable write name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Mappings, Templates &amp; Data Streams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mapping is a clerk guessing a folder's label from the first page inside. A template is a pre-printed labeling standard the clerk must follow from day 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_index_template/logs-template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"index_patterns":["logs-app-*"],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"data_stream": {},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"composed_of":["logs-mappings"]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Project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sample data dynamically, find the mapping mistakes, then design an explicit template + data stream and re-ingest correctly.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 &amp; Data Tiers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 automates hot -&gt; warm -&gt; cold -&gt; frozen -&gt; delete phase transitions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phase's min_age must be &gt;= the previous phase's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policy via the index template, or new indices never inherit it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tier commonly backed by searchable snapshots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 &amp; Data Tiers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law firm's storage: active files on the desk (hot), closed cases in a cabinet (warm), old cases off-site (cold), decades-old records in a cheap remote warehouse (frozen).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_ilm/policy/logs-policy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"policy": { "phases":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"hot": {"actions":{"rollover":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{"max_age":"1d"}}},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"delete": {"min_age":"90d",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"actions":{"delete":{}}}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}}}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ILM Policy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hot/warm/cold node roles, build a policy with rollover + shrink + delete, attach it, force a rollover, and track it via _ilm/explain.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Kibana Lens &amp; Dashboards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View points Kibana at indices and formats fields for display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= drag-and-drop visualization builder generating the aggregation for you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around a specific audience question — not just 'here are some charts'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Drilldowns let a viewer go from a summary number to raw documents in one click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Kibana Lens &amp;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chart is a photograph; a dashboard is a curated photo album telling a specific story to a specific viewer — the curation is the actual craft.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Build a Data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Lens: bar chart of top URLs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Add a Dashboard drilldown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click bar -&gt; Discover,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pre-filtered + time-ranged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Share as link + scheduled PDF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Dashboard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View and 4-5 Lens visualizations, compose a dashboard around one audience question, add a drilldown, and share it.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Querying: DSL, ES|QL &amp; EQL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DSL = most powerful, most verbose JSON query language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ES|QL = pipe-based, analyst-friendly (FROM | WHERE | STATS | SORT)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= sequence-based detection ('A happened, then B within 5 min')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query: filter/must_not don't affect score; must/should 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Querying: DSL, ES|QL &amp; EQL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is a legal contract — precise but slow to draft and read. ES|QL is a clear recipe — fast to write and follow. EQL is a detective's timeline of ordered events.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logs-*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@timestamp 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NOW() - 24 hours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 count = COUNT(*)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 url.keyword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count DESC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LIMIT 10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Language Comparison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same analytical question in DSL and ES|QL, learn a sequence-based EQL query, and build one Lens visualization powered by ES|QL.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TLS, RBAC, API Keys, SSO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encrypts transport + HTTP traffic — says nothing about WHO can do what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least-privilege roles assigned to users, scoped to exact index/cluster privileges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scope even narrower than the issuing user — one per app/purpose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(SAML/OIDC) maps external identity groups to internal roles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TLS, RBAC, API Keys, SSO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is the armored delivery van. RBAC is the building's keycard system. An API key is a contractor's badge — scoped even narrower than the employee who issued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_security/role/dashboard_viewer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"indices": [{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"names":["logs-app-*"],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"privileges":["read"]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_security/api_key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"myapp-key", ... }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Fundamentals Project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TLS, create least-privilege roles/users, issue scoped API keys, and configure a basic SAML/OIDC SSO concept.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with Kibana Alert Rules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periodically evaluates a condition and fires actions on breach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notifications matter as much as the initial alert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check interval + grouping to avoid alert fatigue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the fire AND the recovery notification before trusting a rule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5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with Kibana Alert Rules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smoke detector, not a guard staring at a monitor: it watches one condition continuously, makes noise on breach, and — just as important — stops once the smoke clears.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_alerting/rule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"name":"High error rate",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"rule_type_id":".es-query",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"params": {...},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"schedule":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"interval":"5m"}}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Test an Alert Rule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 ES Query rule and an ES|QL rule for the same condition, configure a connector, and test both firing and recovery.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APM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= top-level unit of work; spans = nested steps within it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shows how services actually call each other, from real traffic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view localizes exactly where time was spent in a slow request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traces with logs via a shared trace.id — far more powerful together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APM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APM: 'dinner took too long.' With APM: an itemized timeline showing the oven preheat, not your knife skills, was the bottleneck.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APM: trace.id=abc123, 4.2s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span: db.query (3.9s)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&lt;- bottleneck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Log: {"trace.id":"abc123",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"message":"slow query"}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an App with APM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opbeans sample app, install the APM integration, introduce a slow call, and correlate the trace with its logs.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Synthetic Monitoring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monitors check availability proactively, from outside the system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journeys simulate a real user flow, not just a 200 OK response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can return success while showing a completely broken UI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synthetic failures into an alert rule, or nobody's actually notified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5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Synthetic Monitoring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uptime check confirms someone answers the phone. A browser journey sends a mystery diner in to confirm the meal actually arrives correctly — the phone can be fine while the kitchen burns.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journey('Login works', ({page})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step('Load homepage', async()=&gt;{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page.goto(url);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step('Login', async()=&gt;{...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page.waitForSelector(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'#dashboard');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Synthetic Monitors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uptime monitor and a browser journey, break the flow deliberately, and confirm failure detection with a screenshot.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Capstone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signal tells the whole incident story alone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Synthetics -&gt; Metrics -&gt; APM -&gt; Logs: a real diagnostic sequence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4 signals for one application into a single dashboard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sequence now, before a real incident forces you to learn it live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10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Capstone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with a full chart (vitals, bloodwork trends, symptoms) can localize a problem. One reading alone is a clue; together they're a diagnosis.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Synthetics alert: homepage down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Metrics: CPU spike, one service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APM: DB call latency climbing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Logs: connection pool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exhaustion errors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Unified Observability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sample app fully across all 4 signals, build one Service Health dashboard, and simulate + diagnose a realistic incident.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Snapshot, Restore &amp; DR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in a repository is not proof of disaster recovery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tested restore into a genuinely separate, empty cluster proves it works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automates scheduled snapshots the way ILM automates index phases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RPO (data loss tolerance) and RTO (recovery time) explicitly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Snapshot, Restore &amp; DR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 extinguisher you never checked is charged. A real DR test is a fire drill — you actually use it once, deliberately, before the one moment you truly need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_snapshot/repo/snap_1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?wait_for_completion=true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"indices": "logs-*",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"include_global_state": true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Restore into a NEW cluster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_snapshot/repo/snap_1/_restore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Full DR Test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repo, take a snapshot, delete an index and restore it, then restore into a brand-new cluster and document RPO/RTO.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Tuning &amp; Benchmarking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feels slow' is not a measurement — esrally gives real numbers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exactly ONE thing between benchmark runs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 cache and a warm cache can look completely different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-&gt; break it -&gt; fix it -&gt; re-measure = the whole discipline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Tuning &amp; Benchmarking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blind is adjusting an engine with your eyes closed. A dyno test — same conditions, before and after, a number on the dial — is the only way to know it actually helped.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esrally race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--track=http_logs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--target-hosts=localhost:9200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Baseline run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Oversharded -&gt; 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Fixed -&gt; confirm recovery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Benchmark Comparison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with esrally, deliberately misconfigure and re-benchmark, fix it, and quantify one real tuning improvement.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Upgrades &amp; Capacity Planning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upgrade: disable allocation -&gt; stop node -&gt; upgrade -&gt; restart -&gt; wait green -&gt; repeat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overall never goes down, even though every node restarts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upgrades (8.x-&gt;9.x) need the Upgrade Assistant — not a routine minor upgrade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projects future volume BEFORE the disk fills 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Upgrades &amp; Capacity Planning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upgrade replaces tires on a moving car, one at a time. Capacity planning is checking the weather forecast and packing ahead, instead of getting caught in a storm.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_cluster/settings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{"persistent":{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"cluster.routing.allocation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.enable":"primaries"}}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upgrade node, restart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_cluster/health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?wait_for_status=green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 a Rolling Upgrade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a multi-node cluster with zero downtime, then document a major-version upgrade's pre-checks and build a capacity worksheet.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Code: Terraform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clicks aren't reproducible, reviewable, or auditable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declares infrastructure as version-controlled code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'just this once' console change causes state drift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stack config (templates, ILM, alerts) under version control too — not just servers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1 — Core Standard Projects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Code: Terraform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clicking is assembling furniture from memory. A Terraform file is the printed instruction booklet — anyone gets the identical result, and a colleague can review a proposed change first.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"ec_deployment" "t"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"training-cluster"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 = "9.3.0"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Elastic with Terraform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ECH deployment as Terraform code, apply/modify/destroy/recreate, and version-control stack configuration applied via script.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2026-09-05T22:38:22Z</dcterms:created>
  <dcterms:modified xsi:type="dcterms:W3CDTF">2026-09-05T22:38:22Z</dcterms:modified>
</cp:coreProperties>
</file>